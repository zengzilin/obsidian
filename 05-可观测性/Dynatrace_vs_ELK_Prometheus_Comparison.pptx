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10312"/>
            <a:ext cx="76809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62233"/>
                </a:solidFill>
                <a:latin typeface="Aptos"/>
              </a:rPr>
              <a:t>Observability Platform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612648"/>
            <a:ext cx="109270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36F7B"/>
                </a:solidFill>
                <a:latin typeface="Aptos"/>
              </a:rPr>
              <a:t>Company context: ELK for APM and logs; Prometheus for infrastructure and business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28600"/>
            <a:ext cx="1261872" cy="347472"/>
          </a:xfrm>
          <a:prstGeom prst="roundRect">
            <a:avLst/>
          </a:prstGeom>
          <a:solidFill>
            <a:srgbClr val="E2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228600"/>
            <a:ext cx="12618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DECISION 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987552"/>
          <a:ext cx="11292840" cy="541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617720"/>
                <a:gridCol w="4709160"/>
              </a:tblGrid>
              <a:tr h="411480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73152" marR="73152" marT="22860" marB="18288">
                    <a:solidFill>
                      <a:srgbClr val="16223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CURRENT ELK + PROMETHEUS</a:t>
                      </a:r>
                    </a:p>
                  </a:txBody>
                  <a:tcPr marL="73152" marR="73152" marT="22860" marB="18288">
                    <a:solidFill>
                      <a:srgbClr val="00807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FULL DYNATRACE ADOPTION</a:t>
                      </a:r>
                    </a:p>
                  </a:txBody>
                  <a:tcPr marL="73152" marR="73152" marT="22860" marB="18288">
                    <a:solidFill>
                      <a:srgbClr val="00807D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Log Search &amp; Ad Hoc Analysis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Strong; mature full-text search and flexible troubleshooting workflows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Strong; query workflows and ingestion costs require validation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APM &amp; Distributed Tracing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Good; broad service coverage, but current trace volume creates substantial ES pressure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Stronger automatic instrumentation, discovery, and contextual analysis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Service Topology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Depends on agent coverage and consistent service metadata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More mature automatic topology and dependency discovery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Root Cause Analysis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Manual correlation across Kibana, Prometheus, and alerts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Stronger automated correlation, anomaly detection, and causal analysis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Kubernetes Monitoring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Prometheus is cloud-native and already established in the environment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Highly automated, with infrastructure-to-application context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Business Metrics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Mature PromQL queries, exporters, dashboards, and alerting rules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Requires integration or migration of existing metrics and rules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Advanced Log Analytics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Major Elastic strength; familiar search and investigation experience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Capable, but DQL adoption and retention economics must be assessed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Platform Operations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High: Kafka, Logstash, Elasticsearch, lifecycle, shard, and capacity management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Lower infrastructure burden; more responsibility moves to the vendor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Cost Model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Infrastructure, storage, and engineering labor; trace volume is the main cost driver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Commercial licensing and data consumption; requires a measured PoC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Data Ownership &amp; Control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High, with self-managed storage and retention policies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Lower; depends on the selected SaaS or managed deployment model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Vendor Lock-in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E25C4C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73152" marR="73152" marT="22860" marB="18288"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7303A"/>
                          </a:solidFill>
                          <a:latin typeface="Aptos"/>
                        </a:rPr>
                        <a:t>Migration Risk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27303A"/>
                          </a:solidFill>
                          <a:latin typeface="Aptos"/>
                        </a:rPr>
                        <a:t>None for the current operating model</a:t>
                      </a:r>
                    </a:p>
                  </a:txBody>
                  <a:tcPr marL="73152" marR="73152" marT="22860" marB="18288">
                    <a:solidFill>
                      <a:srgbClr val="F4F7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E25C4C"/>
                          </a:solidFill>
                          <a:latin typeface="Aptos"/>
                        </a:rPr>
                        <a:t>Very high for a full replacement</a:t>
                      </a:r>
                    </a:p>
                  </a:txBody>
                  <a:tcPr marL="73152" marR="73152" marT="22860" marB="18288">
                    <a:solidFill>
                      <a:srgbClr val="FDEC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056" y="6510528"/>
            <a:ext cx="112471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36F7B"/>
                </a:solidFill>
                <a:latin typeface="Aptos"/>
              </a:rPr>
              <a:t>Assessment focus: capability fit, operating burden, data economics, and migration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